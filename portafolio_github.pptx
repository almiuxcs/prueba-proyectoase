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0"/>
            <a:ext cx="1828800" cy="137160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D9488"/>
                </a:solidFill>
              </a:rPr>
              <a:t>CIENCIA DE DATOS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8745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Portafolio de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Evidencias en GitHub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457200" y="361188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749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C4C4"/>
                </a:solidFill>
              </a:rPr>
              <a:t>Guía para construir tu evidencia profesional como actuario de datos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Universidad Iberoamericana · Licenciatura en Actuaría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¿Por qué un portafolio en GitHub?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169164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54864" cy="16916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4173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1704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Visibilidad profesional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1554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Empleadores y reclutadores buscan activamente perfiles activos en GitHub.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4114800" cy="169164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05840"/>
            <a:ext cx="54864" cy="1691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173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1704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Evidencia concreta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77840" y="1554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Transforma trabajos de clase en proyectos demostrables con código real.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926080"/>
            <a:ext cx="4114800" cy="169164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926080"/>
            <a:ext cx="54864" cy="169164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3375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30906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Dominio de herramientas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43000" y="34747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Practicas Git, control de versiones y flujos de trabajo colaborativos.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926080"/>
            <a:ext cx="4114800" cy="169164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926080"/>
            <a:ext cx="54864" cy="16916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3375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0906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Diferenciación académica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77840" y="34747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Un portafolio sólido distingue tu perfil ante bolsas de trabajo y posgrados.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Estructura Recomendada del Repositorio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39319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mi-portafolio-ds/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1280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📄 README.md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📁 01_eda/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9536" y="1792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notebook.ipynb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9536" y="2048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datos/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304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📁 02_modelos/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59536" y="2560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modelo_regresion.py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resultados/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" y="3072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📁 03_visualizaciones/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" y="3328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📁 04_proyecto_final/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3584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📄 requirements.txt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📄 .gitignore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960120"/>
            <a:ext cx="4160520" cy="749808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106424"/>
            <a:ext cx="411480" cy="4114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13248" y="10149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Carpetas por unidad/proyecto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13248" y="1307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Organiza por tema o número de práctica. Facilita la navegación.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54880" y="1874520"/>
            <a:ext cx="4160520" cy="749808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020824"/>
            <a:ext cx="411480" cy="4114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413248" y="19293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README por proyecto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413248" y="22219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Cada subcarpeta debe tener su propio README con objetivo y resultados.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754880" y="2788920"/>
            <a:ext cx="4160520" cy="749808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935224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413248" y="28437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Notebooks limpios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413248" y="31363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Celdas comentadas, sin outputs de error, con conclusiones al final.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754880" y="3703320"/>
            <a:ext cx="4160520" cy="749808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849624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13248" y="3758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Datos y dependencias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413248" y="40507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requirements.txt + datos de muestra o enlace a fuente original.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Anatomía del README Principal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86868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310896" y="1097280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Título y descripción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2618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Nombre del portafolio, institución, semestre y breve descripción del propósito.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4206240" cy="86868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20240"/>
            <a:ext cx="502920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" y="2103120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6112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Tabla de contenidos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226771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Links a cada proyecto/carpeta con título, técnica principal y fecha.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206240" cy="86868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502920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310896" y="3108960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6112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Tecnologías usadas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32735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Badges de Python, pandas, scikit-learn, etc. Usa shields.io para generarlos.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4206240" cy="86868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931920"/>
            <a:ext cx="502920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" y="4114800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6112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Sobre mí / Contacto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" y="427939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Breve bio profesional, LinkedIn, correo institucional.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914400"/>
            <a:ext cx="4206240" cy="86868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914400"/>
            <a:ext cx="502920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4700016" y="1097280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85232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Estructura del repo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85232" y="12618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 árbol de directorios para que cualquier visitante entienda la organización.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1920240"/>
            <a:ext cx="4206240" cy="86868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920240"/>
            <a:ext cx="502920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4700016" y="2103120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85232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Proyectos destacados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85232" y="226771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Mini cards con imagen, descripción breve y enlace al proyecto.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926080"/>
            <a:ext cx="4206240" cy="86868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926080"/>
            <a:ext cx="502920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4700016" y="3108960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285232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Licencia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85232" y="32735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MIT o Creative Commons. Siempre incluye una licencia para compartir abiertamente.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931920"/>
            <a:ext cx="4206240" cy="86868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931920"/>
            <a:ext cx="502920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4700016" y="4114800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285232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Cómo reproducir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85232" y="427939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Instrucciones básicas: clonar repo, instalar dependencias, ejecutar notebooks.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README de Cada Proyecto Individual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100584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0584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100584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960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README.md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📊 Análisis de Mortalidad Actuarial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🎯 Objetivo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tablas de vida usando datos INEGI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0574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técnicas de suavizamiento.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423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🛠️ Tecnologías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6060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`Python` `pandas` `lifelines` `matplotlib`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📈 Resultados principales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1546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RMSE: 0.023 sobre conjunto de prueba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Tabla de vida: 20+ grupos etarios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🚀 Reproducción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```bash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069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notebook analisis.ipynb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63440" y="9144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✅  Checklist README de Proyecto</a:t>
            </a:r>
            <a:endParaRPr lang="en-US" sz="14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17320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983480" y="1408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Título claro con emoji descriptivo</a:t>
            </a:r>
            <a:endParaRPr lang="en-US" sz="105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01368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983480" y="17922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Objetivo en 2-3 líneas (¿qué problema se resuelve?)</a:t>
            </a:r>
            <a:endParaRPr lang="en-US" sz="105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185416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983480" y="2176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Dataset: fuente, tamaño, variables clave</a:t>
            </a:r>
            <a:endParaRPr lang="en-US" sz="10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569464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983480" y="2560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Metodología: técnica/algoritmo aplicado</a:t>
            </a:r>
            <a:endParaRPr lang="en-US" sz="105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953512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983480" y="2944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Resultados con métricas concretas</a:t>
            </a:r>
            <a:endParaRPr lang="en-US" sz="105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337560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983480" y="3328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Visualizaciones embebidas (screenshots o GIFs)</a:t>
            </a:r>
            <a:endParaRPr lang="en-US" sz="105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3721608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983480" y="37124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Instrucciones de reproducción paso a paso</a:t>
            </a:r>
            <a:endParaRPr lang="en-US" sz="105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4105656"/>
            <a:ext cx="237744" cy="237744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983480" y="4096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Conclusiones y posibles mejoras futuras</a:t>
            </a:r>
            <a:endParaRPr lang="en-US" sz="105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0" y="4489704"/>
            <a:ext cx="237744" cy="237744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498348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Referencias bibliográficas si aplica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Buenas Prácticas: Commits y Notebooks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📝  Commits efectivos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6576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353312"/>
            <a:ext cx="4023360" cy="7315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Update notebook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700784"/>
            <a:ext cx="4023360" cy="347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feat: agregar análisis de correlación entre edad y siniestros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221992"/>
            <a:ext cx="4023360" cy="7315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58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fix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569464"/>
            <a:ext cx="4023360" cy="347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87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fix: corregir cálculo de tasa de mortalidad en grupo 45-50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090672"/>
            <a:ext cx="4023360" cy="7315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final version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438144"/>
            <a:ext cx="4023360" cy="347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456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docs: actualizar README con resultados del modelo ARIMA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959352"/>
            <a:ext cx="4023360" cy="7315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95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asdfg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306824"/>
            <a:ext cx="4023360" cy="347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25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refactor: separar limpieza de datos en módulo utils.py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📓  Notebooks de calidad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914400"/>
            <a:ext cx="36576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1353312"/>
            <a:ext cx="4069080" cy="73152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221992"/>
            <a:ext cx="4069080" cy="73152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090672"/>
            <a:ext cx="4069080" cy="73152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959352"/>
            <a:ext cx="4069080" cy="73152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1536192"/>
            <a:ext cx="347472" cy="34747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394960" y="140817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Estructura clara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394960" y="17007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Secciones: Introducción → Datos → EDA → Modelado → Conclusiones.</a:t>
            </a:r>
            <a:endParaRPr lang="en-US" sz="95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3273552"/>
            <a:ext cx="347472" cy="34747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394960" y="31455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Visualizaciones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5394960" y="34381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Títulos, etiquetas en ejes, unidades. Gráficas interpretables por sí solas.</a:t>
            </a:r>
            <a:endParaRPr lang="en-US" sz="95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4142232"/>
            <a:ext cx="347472" cy="34747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394960" y="40142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Entorno reproducible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5394960" y="430682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requirements.txt o environment.yml. Semilla aleatoria fija en modelos.</a:t>
            </a:r>
            <a:endParaRPr lang="en-US" sz="95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404872"/>
            <a:ext cx="347472" cy="34747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394960" y="22768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Celdas comentadas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5394960" y="256946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Explica el propósito de cada bloque de código, no solo el qué sino el por qué.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¿Qué Proyectos Incluir en el Portafolio?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182880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743200" cy="34747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96926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" y="969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EDA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Análisis Exploratorio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16916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Estadística descriptiva, visualizaciones, detección de anomalías en datos actuariales (siniestros, pólizas, reservas).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54680" y="914400"/>
            <a:ext cx="2743200" cy="182880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914400"/>
            <a:ext cx="2743200" cy="347472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96926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969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ML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246120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Modelos Predictivos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46120" y="16916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Regresión de severidad, clasificación de riesgo, clustering de asegurados. Incluir métricas y comparación de modelos.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080760" y="914400"/>
            <a:ext cx="2743200" cy="182880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914400"/>
            <a:ext cx="2743200" cy="34747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96926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01384" y="969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Datos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172200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Pipeline de Datos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16916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Limpieza, transformación y unión de fuentes. Scripts de ETL reproducibles con datos de INEGI, CNBV o CONSAR.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28600" y="2926080"/>
            <a:ext cx="2743200" cy="18288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28600" y="2926080"/>
            <a:ext cx="2743200" cy="34747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2980944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9224" y="29809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320040" y="3364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Dashboard / App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320040" y="37033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Streamlit, Dash o Shiny con análisis interactivo. Demuestra habilidad de comunicar resultados a no-técnicos.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154680" y="2926080"/>
            <a:ext cx="2743200" cy="1828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154680" y="2926080"/>
            <a:ext cx="2743200" cy="347472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2980944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575304" y="29809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Investigación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3246120" y="3364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Proyecto de Investigación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246120" y="37033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Reporte técnico en LaTeX/Markdown con hipótesis, metodología y conclusiones. Ideal si está vinculado a tu tesis.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6080760" y="2926080"/>
            <a:ext cx="2743200" cy="18288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080760" y="2926080"/>
            <a:ext cx="2743200" cy="347472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2980944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501384" y="29809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Librería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6172200" y="3364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Mini-librería o Módulo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172200" y="37033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Paquete Python con funciones actuariales reutilizables: tablas de vida, reservas, primas. Demuestra buenas prácticas.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Tips Finales para un Portafolio Impactante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188720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10896" y="1261872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Consistencia &gt; Cantidad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38988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C4"/>
                </a:solidFill>
              </a:rPr>
              <a:t>4 proyectos bien documentados valen más que 20 carpetas vacías.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1188720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502920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791456" y="1261872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76672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Actualiza regularmente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76672" y="138988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C4"/>
                </a:solidFill>
              </a:rPr>
              <a:t>Un commit semanal muestra actividad. GitHub muestra tu historial público.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206240" cy="1188720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502920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10896" y="2633472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96112" y="2377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Cuenta una historia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276148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C4"/>
                </a:solidFill>
              </a:rPr>
              <a:t>Cada proyecto debe tener inicio, desarrollo y conclusión clara.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206240" cy="1188720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86000"/>
            <a:ext cx="502920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791456" y="2633472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76672" y="2377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Contexto actuarial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76672" y="276148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C4"/>
                </a:solidFill>
              </a:rPr>
              <a:t>Aplica los conceptos a datos reales del sector: seguros, AFORE, salud pública.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206240" cy="1188720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57600"/>
            <a:ext cx="502920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10896" y="4005072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96112" y="37490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Perfil profesional completo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6112" y="413308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C4"/>
                </a:solidFill>
              </a:rPr>
              <a:t>Foto, bio, links a LinkedIn y correo. El README de tu usuario es tu carta de presentación.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4206240" cy="1188720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57600"/>
            <a:ext cx="502920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791456" y="4005072"/>
            <a:ext cx="429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76672" y="37490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Pide retroalimentación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76672" y="413308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C4"/>
                </a:solidFill>
              </a:rPr>
              <a:t>Comparte el link con compañeros, profesores o en comunidades de Data Science MX.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 ¡Empieza hoy. Tu portafolio es tu mejor CV.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Portafolio de Evidencias en GitHub – Ciencia de Datos</dc:title>
  <dc:subject>PptxGenJS Presentation</dc:subject>
  <dc:creator>PptxGenJS</dc:creator>
  <cp:lastModifiedBy>PptxGenJS</cp:lastModifiedBy>
  <cp:revision>1</cp:revision>
  <dcterms:created xsi:type="dcterms:W3CDTF">2026-04-28T03:49:47Z</dcterms:created>
  <dcterms:modified xsi:type="dcterms:W3CDTF">2026-04-28T03:49:47Z</dcterms:modified>
</cp:coreProperties>
</file>